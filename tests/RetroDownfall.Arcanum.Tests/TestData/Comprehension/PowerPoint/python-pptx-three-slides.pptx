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THREE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</a:t>
            </a:r>
          </a:p>
          <a:p>
            <a:r>
              <a:t>Costs fell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HIDDEN SLIDE 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 descr="TABLE ALT TEXT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Widgets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note</a:t>
            </a:r>
          </a:p>
        </p:txBody>
      </p:sp>
      <p:sp>
        <p:nvSpPr>
          <p:cNvPr id="5" name="TextBox 4" hidden="1"/>
          <p:cNvSpPr txBox="1"/>
          <p:nvPr/>
        </p:nvSpPr>
        <p:spPr>
          <a:xfrm>
            <a:off x="9144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SHAPE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